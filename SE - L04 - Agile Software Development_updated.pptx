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312" r:id="rId3"/>
    <p:sldId id="293" r:id="rId4"/>
    <p:sldId id="294" r:id="rId5"/>
    <p:sldId id="313" r:id="rId6"/>
    <p:sldId id="295" r:id="rId7"/>
    <p:sldId id="296" r:id="rId8"/>
    <p:sldId id="301" r:id="rId9"/>
    <p:sldId id="302" r:id="rId10"/>
    <p:sldId id="306" r:id="rId11"/>
    <p:sldId id="307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21E53CA7-8E3D-446E-AFD9-C3A20514A594}"/>
    <pc:docChg chg="custSel modSld">
      <pc:chgData name="MD. RAIHAN MAHMUD" userId="4a62f7df-4410-48f1-90fd-18890a1620a6" providerId="ADAL" clId="{21E53CA7-8E3D-446E-AFD9-C3A20514A594}" dt="2025-10-29T09:26:02.918" v="7"/>
      <pc:docMkLst>
        <pc:docMk/>
      </pc:docMkLst>
      <pc:sldChg chg="delSp modSp mod">
        <pc:chgData name="MD. RAIHAN MAHMUD" userId="4a62f7df-4410-48f1-90fd-18890a1620a6" providerId="ADAL" clId="{21E53CA7-8E3D-446E-AFD9-C3A20514A594}" dt="2025-10-29T09:25:52.594" v="6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21E53CA7-8E3D-446E-AFD9-C3A20514A594}" dt="2025-10-29T09:25:42.793" v="1" actId="478"/>
          <ac:spMkLst>
            <pc:docMk/>
            <pc:sldMk cId="2664565021" sldId="256"/>
            <ac:spMk id="4" creationId="{6359B6BB-F860-CF3D-9656-9FC51B0FBE09}"/>
          </ac:spMkLst>
        </pc:spChg>
        <pc:spChg chg="mod">
          <ac:chgData name="MD. RAIHAN MAHMUD" userId="4a62f7df-4410-48f1-90fd-18890a1620a6" providerId="ADAL" clId="{21E53CA7-8E3D-446E-AFD9-C3A20514A594}" dt="2025-10-29T09:25:52.594" v="6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21E53CA7-8E3D-446E-AFD9-C3A20514A594}" dt="2025-10-29T09:25:40.942" v="0" actId="478"/>
          <ac:picMkLst>
            <pc:docMk/>
            <pc:sldMk cId="2664565021" sldId="256"/>
            <ac:picMk id="2" creationId="{9DF9BBB9-7929-5616-2F29-917F7F01EB9A}"/>
          </ac:picMkLst>
        </pc:pic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411684674" sldId="293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411684674" sldId="293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291408106" sldId="294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291408106" sldId="294"/>
            <ac:spMk id="7" creationId="{D2BEDC39-C1E3-7B8C-2792-255706C16BD8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572633632" sldId="295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572633632" sldId="295"/>
            <ac:spMk id="4" creationId="{C07B2D7A-CBEE-25EB-3781-0D99501FC71C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180374787" sldId="296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180374787" sldId="296"/>
            <ac:spMk id="4" creationId="{63510ABD-DB0E-DF52-07EB-740E2D14E3EC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527609015" sldId="301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527609015" sldId="301"/>
            <ac:spMk id="3" creationId="{BEC75998-0B41-0AE9-551D-D54E5715142B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2493567879" sldId="302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2493567879" sldId="302"/>
            <ac:spMk id="4" creationId="{5CE0013D-DEDE-2C8C-836B-C2523BE1D182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234957445" sldId="306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234957445" sldId="306"/>
            <ac:spMk id="4" creationId="{ACC1759B-8ED8-6864-1BA5-3B0DC0869E24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665948692" sldId="307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665948692" sldId="307"/>
            <ac:spMk id="4" creationId="{830E328A-3046-A1A4-6F7F-41053FB04F30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64039236" sldId="311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64039236" sldId="311"/>
            <ac:spMk id="4" creationId="{528DA654-9A91-4CCA-8E45-E5168893F26E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810648229" sldId="312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810648229" sldId="312"/>
            <ac:spMk id="4" creationId="{84AD4AF5-6752-2C14-A830-2D9A2840F4AA}"/>
          </ac:spMkLst>
        </pc:spChg>
      </pc:sldChg>
    </pc:docChg>
  </pc:docChgLst>
  <pc:docChgLst>
    <pc:chgData name="Saikat Baul" userId="dae859d7-ea3e-4a5d-83a1-d953f3940120" providerId="ADAL" clId="{8498978A-3D07-4CDA-A6FF-28AAFDDD6327}"/>
    <pc:docChg chg="modSld">
      <pc:chgData name="Saikat Baul" userId="dae859d7-ea3e-4a5d-83a1-d953f3940120" providerId="ADAL" clId="{8498978A-3D07-4CDA-A6FF-28AAFDDD6327}" dt="2025-03-15T07:36:36.096" v="15" actId="20577"/>
      <pc:docMkLst>
        <pc:docMk/>
      </pc:docMkLst>
      <pc:sldChg chg="modSp mod">
        <pc:chgData name="Saikat Baul" userId="dae859d7-ea3e-4a5d-83a1-d953f3940120" providerId="ADAL" clId="{8498978A-3D07-4CDA-A6FF-28AAFDDD6327}" dt="2025-03-15T07:36:36.096" v="15" actId="20577"/>
        <pc:sldMkLst>
          <pc:docMk/>
          <pc:sldMk cId="721621709" sldId="298"/>
        </pc:sldMkLst>
        <pc:spChg chg="mod">
          <ac:chgData name="Saikat Baul" userId="dae859d7-ea3e-4a5d-83a1-d953f3940120" providerId="ADAL" clId="{8498978A-3D07-4CDA-A6FF-28AAFDDD6327}" dt="2025-03-15T07:36:36.096" v="15" actId="20577"/>
          <ac:spMkLst>
            <pc:docMk/>
            <pc:sldMk cId="721621709" sldId="298"/>
            <ac:spMk id="3" creationId="{00000000-0000-0000-0000-000000000000}"/>
          </ac:spMkLst>
        </pc:spChg>
      </pc:sldChg>
    </pc:docChg>
  </pc:docChgLst>
  <pc:docChgLst>
    <pc:chgData name="Saikat Baul" userId="dae859d7-ea3e-4a5d-83a1-d953f3940120" providerId="ADAL" clId="{CAEF7DB1-8943-4AC1-8806-C24C468FC32B}"/>
    <pc:docChg chg="undo custSel modSld">
      <pc:chgData name="Saikat Baul" userId="dae859d7-ea3e-4a5d-83a1-d953f3940120" providerId="ADAL" clId="{CAEF7DB1-8943-4AC1-8806-C24C468FC32B}" dt="2025-03-01T08:38:58.499" v="50" actId="20577"/>
      <pc:docMkLst>
        <pc:docMk/>
      </pc:docMkLst>
      <pc:sldChg chg="delSp modSp mod">
        <pc:chgData name="Saikat Baul" userId="dae859d7-ea3e-4a5d-83a1-d953f3940120" providerId="ADAL" clId="{CAEF7DB1-8943-4AC1-8806-C24C468FC32B}" dt="2025-03-01T08:36:33.228" v="4" actId="1076"/>
        <pc:sldMkLst>
          <pc:docMk/>
          <pc:sldMk cId="2664565021" sldId="256"/>
        </pc:sldMkLst>
        <pc:spChg chg="mod">
          <ac:chgData name="Saikat Baul" userId="dae859d7-ea3e-4a5d-83a1-d953f3940120" providerId="ADAL" clId="{CAEF7DB1-8943-4AC1-8806-C24C468FC32B}" dt="2025-03-01T08:36:33.228" v="4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CAEF7DB1-8943-4AC1-8806-C24C468FC32B}" dt="2025-03-01T08:38:58.499" v="50" actId="20577"/>
        <pc:sldMkLst>
          <pc:docMk/>
          <pc:sldMk cId="3411684674" sldId="293"/>
        </pc:sldMkLst>
        <pc:spChg chg="mod">
          <ac:chgData name="Saikat Baul" userId="dae859d7-ea3e-4a5d-83a1-d953f3940120" providerId="ADAL" clId="{CAEF7DB1-8943-4AC1-8806-C24C468FC32B}" dt="2025-03-01T08:38:58.499" v="50" actId="20577"/>
          <ac:spMkLst>
            <pc:docMk/>
            <pc:sldMk cId="3411684674" sldId="293"/>
            <ac:spMk id="3" creationId="{00000000-0000-0000-0000-000000000000}"/>
          </ac:spMkLst>
        </pc:spChg>
        <pc:spChg chg="mod">
          <ac:chgData name="Saikat Baul" userId="dae859d7-ea3e-4a5d-83a1-d953f3940120" providerId="ADAL" clId="{CAEF7DB1-8943-4AC1-8806-C24C468FC32B}" dt="2025-03-01T08:36:54.863" v="10" actId="122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13.698" v="17"/>
        <pc:sldMkLst>
          <pc:docMk/>
          <pc:sldMk cId="291408106" sldId="294"/>
        </pc:sldMkLst>
        <pc:spChg chg="add mod">
          <ac:chgData name="Saikat Baul" userId="dae859d7-ea3e-4a5d-83a1-d953f3940120" providerId="ADAL" clId="{CAEF7DB1-8943-4AC1-8806-C24C468FC32B}" dt="2025-03-01T08:37:13.698" v="17"/>
          <ac:spMkLst>
            <pc:docMk/>
            <pc:sldMk cId="291408106" sldId="294"/>
            <ac:spMk id="7" creationId="{D2BEDC39-C1E3-7B8C-2792-255706C16BD8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0.848" v="19"/>
        <pc:sldMkLst>
          <pc:docMk/>
          <pc:sldMk cId="3572633632" sldId="295"/>
        </pc:sldMkLst>
        <pc:spChg chg="add mod">
          <ac:chgData name="Saikat Baul" userId="dae859d7-ea3e-4a5d-83a1-d953f3940120" providerId="ADAL" clId="{CAEF7DB1-8943-4AC1-8806-C24C468FC32B}" dt="2025-03-01T08:37:20.848" v="19"/>
          <ac:spMkLst>
            <pc:docMk/>
            <pc:sldMk cId="3572633632" sldId="295"/>
            <ac:spMk id="4" creationId="{C07B2D7A-CBEE-25EB-3781-0D99501FC71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8.598" v="21"/>
        <pc:sldMkLst>
          <pc:docMk/>
          <pc:sldMk cId="3180374787" sldId="296"/>
        </pc:sldMkLst>
        <pc:spChg chg="add mod">
          <ac:chgData name="Saikat Baul" userId="dae859d7-ea3e-4a5d-83a1-d953f3940120" providerId="ADAL" clId="{CAEF7DB1-8943-4AC1-8806-C24C468FC32B}" dt="2025-03-01T08:37:28.598" v="21"/>
          <ac:spMkLst>
            <pc:docMk/>
            <pc:sldMk cId="3180374787" sldId="296"/>
            <ac:spMk id="4" creationId="{63510ABD-DB0E-DF52-07EB-740E2D14E3E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9.814" v="25"/>
        <pc:sldMkLst>
          <pc:docMk/>
          <pc:sldMk cId="721621709" sldId="298"/>
        </pc:sldMkLst>
        <pc:spChg chg="add mod">
          <ac:chgData name="Saikat Baul" userId="dae859d7-ea3e-4a5d-83a1-d953f3940120" providerId="ADAL" clId="{CAEF7DB1-8943-4AC1-8806-C24C468FC32B}" dt="2025-03-01T08:37:39.814" v="25"/>
          <ac:spMkLst>
            <pc:docMk/>
            <pc:sldMk cId="721621709" sldId="298"/>
            <ac:spMk id="4" creationId="{F5DA4B15-233A-29DD-5BFC-8441CFFCD4E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4.957" v="23"/>
        <pc:sldMkLst>
          <pc:docMk/>
          <pc:sldMk cId="1471183104" sldId="299"/>
        </pc:sldMkLst>
        <pc:spChg chg="add mod">
          <ac:chgData name="Saikat Baul" userId="dae859d7-ea3e-4a5d-83a1-d953f3940120" providerId="ADAL" clId="{CAEF7DB1-8943-4AC1-8806-C24C468FC32B}" dt="2025-03-01T08:37:34.957" v="23"/>
          <ac:spMkLst>
            <pc:docMk/>
            <pc:sldMk cId="1471183104" sldId="299"/>
            <ac:spMk id="4" creationId="{8D092BAC-5BD5-6FA5-4270-AA052E9739FA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44.980" v="27"/>
        <pc:sldMkLst>
          <pc:docMk/>
          <pc:sldMk cId="1434796336" sldId="300"/>
        </pc:sldMkLst>
        <pc:spChg chg="add mod">
          <ac:chgData name="Saikat Baul" userId="dae859d7-ea3e-4a5d-83a1-d953f3940120" providerId="ADAL" clId="{CAEF7DB1-8943-4AC1-8806-C24C468FC32B}" dt="2025-03-01T08:37:44.980" v="27"/>
          <ac:spMkLst>
            <pc:docMk/>
            <pc:sldMk cId="1434796336" sldId="300"/>
            <ac:spMk id="4" creationId="{D08B636A-0CB5-F3C2-B63A-1B9237AD376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0.243" v="29"/>
        <pc:sldMkLst>
          <pc:docMk/>
          <pc:sldMk cId="3527609015" sldId="301"/>
        </pc:sldMkLst>
        <pc:spChg chg="add mod">
          <ac:chgData name="Saikat Baul" userId="dae859d7-ea3e-4a5d-83a1-d953f3940120" providerId="ADAL" clId="{CAEF7DB1-8943-4AC1-8806-C24C468FC32B}" dt="2025-03-01T08:37:50.243" v="29"/>
          <ac:spMkLst>
            <pc:docMk/>
            <pc:sldMk cId="3527609015" sldId="301"/>
            <ac:spMk id="3" creationId="{BEC75998-0B41-0AE9-551D-D54E5715142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7.298" v="31"/>
        <pc:sldMkLst>
          <pc:docMk/>
          <pc:sldMk cId="2493567879" sldId="302"/>
        </pc:sldMkLst>
        <pc:spChg chg="add mod">
          <ac:chgData name="Saikat Baul" userId="dae859d7-ea3e-4a5d-83a1-d953f3940120" providerId="ADAL" clId="{CAEF7DB1-8943-4AC1-8806-C24C468FC32B}" dt="2025-03-01T08:37:57.298" v="31"/>
          <ac:spMkLst>
            <pc:docMk/>
            <pc:sldMk cId="2493567879" sldId="302"/>
            <ac:spMk id="4" creationId="{5CE0013D-DEDE-2C8C-836B-C2523BE1D182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2.555" v="33"/>
        <pc:sldMkLst>
          <pc:docMk/>
          <pc:sldMk cId="278277641" sldId="304"/>
        </pc:sldMkLst>
        <pc:spChg chg="add mod">
          <ac:chgData name="Saikat Baul" userId="dae859d7-ea3e-4a5d-83a1-d953f3940120" providerId="ADAL" clId="{CAEF7DB1-8943-4AC1-8806-C24C468FC32B}" dt="2025-03-01T08:38:02.555" v="33"/>
          <ac:spMkLst>
            <pc:docMk/>
            <pc:sldMk cId="278277641" sldId="304"/>
            <ac:spMk id="4" creationId="{B59A2C31-FE4F-FD17-CB5D-6D1724075AD3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7.624" v="35"/>
        <pc:sldMkLst>
          <pc:docMk/>
          <pc:sldMk cId="3626468180" sldId="305"/>
        </pc:sldMkLst>
        <pc:spChg chg="add mod">
          <ac:chgData name="Saikat Baul" userId="dae859d7-ea3e-4a5d-83a1-d953f3940120" providerId="ADAL" clId="{CAEF7DB1-8943-4AC1-8806-C24C468FC32B}" dt="2025-03-01T08:38:07.624" v="35"/>
          <ac:spMkLst>
            <pc:docMk/>
            <pc:sldMk cId="3626468180" sldId="305"/>
            <ac:spMk id="4" creationId="{EEE3E51F-F0B4-D160-AD98-98050DC522E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2.896" v="37"/>
        <pc:sldMkLst>
          <pc:docMk/>
          <pc:sldMk cId="3234957445" sldId="306"/>
        </pc:sldMkLst>
        <pc:spChg chg="add mod">
          <ac:chgData name="Saikat Baul" userId="dae859d7-ea3e-4a5d-83a1-d953f3940120" providerId="ADAL" clId="{CAEF7DB1-8943-4AC1-8806-C24C468FC32B}" dt="2025-03-01T08:38:12.896" v="37"/>
          <ac:spMkLst>
            <pc:docMk/>
            <pc:sldMk cId="3234957445" sldId="306"/>
            <ac:spMk id="4" creationId="{ACC1759B-8ED8-6864-1BA5-3B0DC0869E24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7.889" v="39"/>
        <pc:sldMkLst>
          <pc:docMk/>
          <pc:sldMk cId="665948692" sldId="307"/>
        </pc:sldMkLst>
        <pc:spChg chg="add mod">
          <ac:chgData name="Saikat Baul" userId="dae859d7-ea3e-4a5d-83a1-d953f3940120" providerId="ADAL" clId="{CAEF7DB1-8943-4AC1-8806-C24C468FC32B}" dt="2025-03-01T08:38:17.889" v="39"/>
          <ac:spMkLst>
            <pc:docMk/>
            <pc:sldMk cId="665948692" sldId="307"/>
            <ac:spMk id="4" creationId="{830E328A-3046-A1A4-6F7F-41053FB04F30}"/>
          </ac:spMkLst>
        </pc:spChg>
      </pc:sldChg>
      <pc:sldChg chg="addSp modSp">
        <pc:chgData name="Saikat Baul" userId="dae859d7-ea3e-4a5d-83a1-d953f3940120" providerId="ADAL" clId="{CAEF7DB1-8943-4AC1-8806-C24C468FC32B}" dt="2025-03-01T08:38:21.505" v="40"/>
        <pc:sldMkLst>
          <pc:docMk/>
          <pc:sldMk cId="64039236" sldId="311"/>
        </pc:sldMkLst>
        <pc:spChg chg="add mod">
          <ac:chgData name="Saikat Baul" userId="dae859d7-ea3e-4a5d-83a1-d953f3940120" providerId="ADAL" clId="{CAEF7DB1-8943-4AC1-8806-C24C468FC32B}" dt="2025-03-01T08:38:21.505" v="40"/>
          <ac:spMkLst>
            <pc:docMk/>
            <pc:sldMk cId="64039236" sldId="311"/>
            <ac:spMk id="4" creationId="{528DA654-9A91-4CCA-8E45-E5168893F2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4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7945150" y="4562166"/>
            <a:ext cx="4289805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800" cap="none" dirty="0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800" cap="none" dirty="0">
                <a:solidFill>
                  <a:schemeClr val="tx1"/>
                </a:solidFill>
              </a:rPr>
              <a:t> </a:t>
            </a:r>
            <a:endParaRPr lang="en-US" sz="32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EA6F-6557-2028-7F67-B84EF553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10F-01E2-1781-9B49-36D464B5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C354-A5FB-5796-91DB-84788870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9097"/>
            <a:ext cx="10914122" cy="36300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software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in software development (Hybrid)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91B349-AB37-6538-1DC9-CD66C4ECFE7B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D4AF5-6752-2C14-A830-2D9A2840F4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8106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1972492"/>
            <a:ext cx="10914122" cy="442830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dirty="0">
                <a:latin typeface="+mj-lt"/>
                <a:cs typeface="Calibri" pitchFamily="34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“Plan-driven methods work best when developers can determine the requirements in  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advance . . . and when the requirements remain relatively stable, with change rates on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the order of one percent per month.”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Calibri" pitchFamily="34" charset="0"/>
              </a:rPr>
              <a:t>~ Barry Boehm</a:t>
            </a:r>
          </a:p>
          <a:p>
            <a:pPr>
              <a:buNone/>
            </a:pPr>
            <a:endParaRPr lang="en-US" sz="2400" i="1" dirty="0">
              <a:latin typeface="+mj-lt"/>
              <a:cs typeface="Calibri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Companies need to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innovate better and faster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respond quickly to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competitive initiatives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new technology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customer's requirements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41" y="2006777"/>
            <a:ext cx="11288036" cy="42461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iterative and evolutionary 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EDC39-C1E3-7B8C-2792-255706C16BD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What are Evolutionary Process Models? - GeeksforGeeks">
            <a:extLst>
              <a:ext uri="{FF2B5EF4-FFF2-40B4-BE49-F238E27FC236}">
                <a16:creationId xmlns:a16="http://schemas.microsoft.com/office/drawing/2014/main" id="{B8453481-5DB0-C574-A593-99A7D1073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1" b="1"/>
          <a:stretch>
            <a:fillRect/>
          </a:stretch>
        </p:blipFill>
        <p:spPr bwMode="auto">
          <a:xfrm>
            <a:off x="446534" y="599724"/>
            <a:ext cx="5614416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erative Development: A Starter's Guide">
            <a:extLst>
              <a:ext uri="{FF2B5EF4-FFF2-40B4-BE49-F238E27FC236}">
                <a16:creationId xmlns:a16="http://schemas.microsoft.com/office/drawing/2014/main" id="{F0D47766-450C-7821-6D98-511CEAFEFE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0" r="3" b="7979"/>
          <a:stretch>
            <a:fillRect/>
          </a:stretch>
        </p:blipFill>
        <p:spPr bwMode="auto">
          <a:xfrm>
            <a:off x="6116658" y="599724"/>
            <a:ext cx="5626608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Rectangle 207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AA875-7D2C-82DC-3D1C-ABB68181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Evolutionary + Iterative Model = Agile</a:t>
            </a:r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0B71-DBB6-AEA1-CD51-7EFC006B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8232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length of each 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 iteration.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three or six months long.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one to four weeks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do not exceed 30 days.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Research has shown that shorter iterations have lower complexity and risk, better   feedback, and higher productivity and success rates.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B2D7A-CBEE-25EB-3781-0D99501FC71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(set of tasks) is chosen for each iteration to fill 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510ABD-DB0E-DF52-07EB-740E2D14E3E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6609" y="2102394"/>
          <a:ext cx="10665824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Small products and teams;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for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safety-critical 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dynamic, 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structure 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5998-0B41-0AE9-551D-D54E571514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2050868"/>
            <a:ext cx="10914122" cy="4441372"/>
          </a:xfrm>
        </p:spPr>
        <p:txBody>
          <a:bodyPr>
            <a:noAutofit/>
          </a:bodyPr>
          <a:lstStyle/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It is difficult to predict in advance which software 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requirements will persist and which will change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It is equally difficult to predict how customer priorities will change as the project proceeds</a:t>
            </a:r>
          </a:p>
          <a:p>
            <a:pPr marL="90488">
              <a:lnSpc>
                <a:spcPct val="90000"/>
              </a:lnSpc>
            </a:pP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/>
              <a:t>Design and construction are interleaved in</a:t>
            </a:r>
            <a:r>
              <a:rPr lang="en-US" sz="2200" dirty="0">
                <a:latin typeface="+mj-lt"/>
              </a:rPr>
              <a:t> many types of software. That is, both activities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should be performed tightly so that design models are proven as they are created. It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difficult to predict how much design is necessary before construction is used to prove the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design.</a:t>
            </a: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Analysis, design, construction, and testing are not as predictable (from a planning point of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view) as we might like.</a:t>
            </a:r>
            <a:endParaRPr lang="en-US" sz="22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0013D-DEDE-2C8C-836B-C2523BE1D18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49356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Skill / 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1759B-8ED8-6864-1BA5-3B0DC0869E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E328A-3046-A1A4-6F7F-41053FB04F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8DA654-9A91-4CCA-8E45-E5168893F26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808</Words>
  <Application>Microsoft Office PowerPoint</Application>
  <PresentationFormat>Widescreen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Gill Sans MT</vt:lpstr>
      <vt:lpstr>Wingdings</vt:lpstr>
      <vt:lpstr>Wingdings 2</vt:lpstr>
      <vt:lpstr>Dividend</vt:lpstr>
      <vt:lpstr>PowerPoint Presentation</vt:lpstr>
      <vt:lpstr>What  is  an  agile  method?</vt:lpstr>
      <vt:lpstr>Agile  development</vt:lpstr>
      <vt:lpstr>Agile  Model</vt:lpstr>
      <vt:lpstr>Evolutionary + Iterative Model = Agile</vt:lpstr>
      <vt:lpstr>Agile  methods  vs.  Past  Iterative  methods</vt:lpstr>
      <vt:lpstr>Timebox  &amp;  scope</vt:lpstr>
      <vt:lpstr>Agile  vs.  Plan  driven  process</vt:lpstr>
      <vt:lpstr>Agile  assumption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MD. RAIHAN MAHMUD</cp:lastModifiedBy>
  <cp:revision>36</cp:revision>
  <dcterms:created xsi:type="dcterms:W3CDTF">2019-05-13T08:37:20Z</dcterms:created>
  <dcterms:modified xsi:type="dcterms:W3CDTF">2025-10-29T09:26:05Z</dcterms:modified>
</cp:coreProperties>
</file>