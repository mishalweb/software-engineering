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293" r:id="rId3"/>
    <p:sldId id="296" r:id="rId4"/>
    <p:sldId id="298" r:id="rId5"/>
    <p:sldId id="299" r:id="rId6"/>
    <p:sldId id="303" r:id="rId7"/>
    <p:sldId id="295" r:id="rId8"/>
    <p:sldId id="311" r:id="rId9"/>
    <p:sldId id="312" r:id="rId10"/>
    <p:sldId id="3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3447" autoAdjust="0"/>
  </p:normalViewPr>
  <p:slideViewPr>
    <p:cSldViewPr snapToGrid="0">
      <p:cViewPr varScale="1">
        <p:scale>
          <a:sx n="101" d="100"/>
          <a:sy n="101" d="100"/>
        </p:scale>
        <p:origin x="70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E3DD0F88-8A1D-469E-9A4D-0D864E33DB38}"/>
    <pc:docChg chg="undo redo custSel modSld">
      <pc:chgData name="Saikat Baul" userId="dae859d7-ea3e-4a5d-83a1-d953f3940120" providerId="ADAL" clId="{E3DD0F88-8A1D-469E-9A4D-0D864E33DB38}" dt="2025-03-10T03:43:41.651" v="181" actId="207"/>
      <pc:docMkLst>
        <pc:docMk/>
      </pc:docMkLst>
      <pc:sldChg chg="modSp mod">
        <pc:chgData name="Saikat Baul" userId="dae859d7-ea3e-4a5d-83a1-d953f3940120" providerId="ADAL" clId="{E3DD0F88-8A1D-469E-9A4D-0D864E33DB38}" dt="2025-03-01T08:39:47.323" v="23" actId="1076"/>
        <pc:sldMkLst>
          <pc:docMk/>
          <pc:sldMk cId="2664565021" sldId="256"/>
        </pc:sldMkLst>
        <pc:spChg chg="mod">
          <ac:chgData name="Saikat Baul" userId="dae859d7-ea3e-4a5d-83a1-d953f3940120" providerId="ADAL" clId="{E3DD0F88-8A1D-469E-9A4D-0D864E33DB38}" dt="2025-03-01T08:39:47.323" v="23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E3DD0F88-8A1D-469E-9A4D-0D864E33DB38}" dt="2025-03-03T14:06:46.512" v="28" actId="14100"/>
        <pc:sldMkLst>
          <pc:docMk/>
          <pc:sldMk cId="3411684674" sldId="293"/>
        </pc:sldMkLst>
        <pc:spChg chg="mod">
          <ac:chgData name="Saikat Baul" userId="dae859d7-ea3e-4a5d-83a1-d953f3940120" providerId="ADAL" clId="{E3DD0F88-8A1D-469E-9A4D-0D864E33DB38}" dt="2025-03-03T14:06:46.512" v="28" actId="14100"/>
          <ac:spMkLst>
            <pc:docMk/>
            <pc:sldMk cId="3411684674" sldId="293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03T16:54:26.759" v="33" actId="14100"/>
        <pc:sldMkLst>
          <pc:docMk/>
          <pc:sldMk cId="3925133192" sldId="298"/>
        </pc:sldMkLst>
        <pc:spChg chg="mod">
          <ac:chgData name="Saikat Baul" userId="dae859d7-ea3e-4a5d-83a1-d953f3940120" providerId="ADAL" clId="{E3DD0F88-8A1D-469E-9A4D-0D864E33DB38}" dt="2025-03-03T16:54:26.759" v="33" actId="14100"/>
          <ac:spMkLst>
            <pc:docMk/>
            <pc:sldMk cId="3925133192" sldId="298"/>
            <ac:spMk id="3" creationId="{00000000-0000-0000-0000-000000000000}"/>
          </ac:spMkLst>
        </pc:spChg>
        <pc:picChg chg="mod">
          <ac:chgData name="Saikat Baul" userId="dae859d7-ea3e-4a5d-83a1-d953f3940120" providerId="ADAL" clId="{E3DD0F88-8A1D-469E-9A4D-0D864E33DB38}" dt="2025-03-03T16:54:17.100" v="32" actId="1076"/>
          <ac:picMkLst>
            <pc:docMk/>
            <pc:sldMk cId="3925133192" sldId="298"/>
            <ac:picMk id="6" creationId="{00000000-0000-0000-0000-000000000000}"/>
          </ac:picMkLst>
        </pc:picChg>
      </pc:sldChg>
      <pc:sldChg chg="addSp delSp modSp mod modNotesTx">
        <pc:chgData name="Saikat Baul" userId="dae859d7-ea3e-4a5d-83a1-d953f3940120" providerId="ADAL" clId="{E3DD0F88-8A1D-469E-9A4D-0D864E33DB38}" dt="2025-03-08T13:56:35.636" v="145" actId="20577"/>
        <pc:sldMkLst>
          <pc:docMk/>
          <pc:sldMk cId="1632695831" sldId="300"/>
        </pc:sldMkLst>
        <pc:spChg chg="add del mod">
          <ac:chgData name="Saikat Baul" userId="dae859d7-ea3e-4a5d-83a1-d953f3940120" providerId="ADAL" clId="{E3DD0F88-8A1D-469E-9A4D-0D864E33DB38}" dt="2025-03-08T13:34:06.347" v="100" actId="208"/>
          <ac:spMkLst>
            <pc:docMk/>
            <pc:sldMk cId="1632695831" sldId="300"/>
            <ac:spMk id="3" creationId="{00000000-0000-0000-0000-000000000000}"/>
          </ac:spMkLst>
        </pc:spChg>
        <pc:spChg chg="add mod">
          <ac:chgData name="Saikat Baul" userId="dae859d7-ea3e-4a5d-83a1-d953f3940120" providerId="ADAL" clId="{E3DD0F88-8A1D-469E-9A4D-0D864E33DB38}" dt="2025-03-08T13:34:30.433" v="133" actId="20577"/>
          <ac:spMkLst>
            <pc:docMk/>
            <pc:sldMk cId="1632695831" sldId="300"/>
            <ac:spMk id="7" creationId="{FF9B66A1-42A4-B4A2-FF41-E6481BE1F974}"/>
          </ac:spMkLst>
        </pc:spChg>
        <pc:picChg chg="mod">
          <ac:chgData name="Saikat Baul" userId="dae859d7-ea3e-4a5d-83a1-d953f3940120" providerId="ADAL" clId="{E3DD0F88-8A1D-469E-9A4D-0D864E33DB38}" dt="2025-03-08T13:33:29.087" v="94" actId="1076"/>
          <ac:picMkLst>
            <pc:docMk/>
            <pc:sldMk cId="1632695831" sldId="300"/>
            <ac:picMk id="1026" creationId="{00000000-0000-0000-0000-000000000000}"/>
          </ac:picMkLst>
        </pc:picChg>
      </pc:sldChg>
      <pc:sldChg chg="modSp mod">
        <pc:chgData name="Saikat Baul" userId="dae859d7-ea3e-4a5d-83a1-d953f3940120" providerId="ADAL" clId="{E3DD0F88-8A1D-469E-9A4D-0D864E33DB38}" dt="2025-03-08T14:01:51.404" v="180" actId="20577"/>
        <pc:sldMkLst>
          <pc:docMk/>
          <pc:sldMk cId="2476521425" sldId="304"/>
        </pc:sldMkLst>
        <pc:spChg chg="mod">
          <ac:chgData name="Saikat Baul" userId="dae859d7-ea3e-4a5d-83a1-d953f3940120" providerId="ADAL" clId="{E3DD0F88-8A1D-469E-9A4D-0D864E33DB38}" dt="2025-03-08T14:01:51.404" v="180" actId="20577"/>
          <ac:spMkLst>
            <pc:docMk/>
            <pc:sldMk cId="2476521425" sldId="304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E3DD0F88-8A1D-469E-9A4D-0D864E33DB38}" dt="2025-03-10T03:43:41.651" v="181" actId="207"/>
        <pc:sldMkLst>
          <pc:docMk/>
          <pc:sldMk cId="300910314" sldId="307"/>
        </pc:sldMkLst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6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7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8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19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0" creationId="{00000000-0000-0000-0000-000000000000}"/>
          </ac:spMkLst>
        </pc:spChg>
        <pc:spChg chg="mod">
          <ac:chgData name="Saikat Baul" userId="dae859d7-ea3e-4a5d-83a1-d953f3940120" providerId="ADAL" clId="{E3DD0F88-8A1D-469E-9A4D-0D864E33DB38}" dt="2025-03-10T03:43:41.651" v="181" actId="207"/>
          <ac:spMkLst>
            <pc:docMk/>
            <pc:sldMk cId="300910314" sldId="307"/>
            <ac:spMk id="26" creationId="{00000000-0000-0000-0000-000000000000}"/>
          </ac:spMkLst>
        </pc:spChg>
      </pc:sldChg>
    </pc:docChg>
  </pc:docChgLst>
  <pc:docChgLst>
    <pc:chgData name="Farzana Bente Alam" userId="3f74bd13-d3c2-4c92-803f-cee23a0d21b8" providerId="ADAL" clId="{27AC36B6-6117-403C-9CA1-F33B43EB0339}"/>
    <pc:docChg chg="modSld">
      <pc:chgData name="Farzana Bente Alam" userId="3f74bd13-d3c2-4c92-803f-cee23a0d21b8" providerId="ADAL" clId="{27AC36B6-6117-403C-9CA1-F33B43EB0339}" dt="2024-11-03T06:15:54.186" v="0" actId="1036"/>
      <pc:docMkLst>
        <pc:docMk/>
      </pc:docMkLst>
      <pc:sldChg chg="modSp mod">
        <pc:chgData name="Farzana Bente Alam" userId="3f74bd13-d3c2-4c92-803f-cee23a0d21b8" providerId="ADAL" clId="{27AC36B6-6117-403C-9CA1-F33B43EB0339}" dt="2024-11-03T06:15:54.186" v="0" actId="1036"/>
        <pc:sldMkLst>
          <pc:docMk/>
          <pc:sldMk cId="1632695831" sldId="300"/>
        </pc:sldMkLst>
      </pc:sldChg>
    </pc:docChg>
  </pc:docChgLst>
  <pc:docChgLst>
    <pc:chgData name="MD. RAIHAN MAHMUD" userId="4a62f7df-4410-48f1-90fd-18890a1620a6" providerId="ADAL" clId="{199ABB1F-63E5-4F98-A4AD-82979F3C4904}"/>
    <pc:docChg chg="custSel modSld">
      <pc:chgData name="MD. RAIHAN MAHMUD" userId="4a62f7df-4410-48f1-90fd-18890a1620a6" providerId="ADAL" clId="{199ABB1F-63E5-4F98-A4AD-82979F3C4904}" dt="2025-10-29T09:24:10.135" v="7" actId="1076"/>
      <pc:docMkLst>
        <pc:docMk/>
      </pc:docMkLst>
      <pc:sldChg chg="delSp modSp mod">
        <pc:chgData name="MD. RAIHAN MAHMUD" userId="4a62f7df-4410-48f1-90fd-18890a1620a6" providerId="ADAL" clId="{199ABB1F-63E5-4F98-A4AD-82979F3C4904}" dt="2025-10-29T09:24:10.135" v="7" actId="1076"/>
        <pc:sldMkLst>
          <pc:docMk/>
          <pc:sldMk cId="2664565021" sldId="256"/>
        </pc:sldMkLst>
        <pc:spChg chg="del">
          <ac:chgData name="MD. RAIHAN MAHMUD" userId="4a62f7df-4410-48f1-90fd-18890a1620a6" providerId="ADAL" clId="{199ABB1F-63E5-4F98-A4AD-82979F3C4904}" dt="2025-10-29T09:24:04.789" v="6" actId="478"/>
          <ac:spMkLst>
            <pc:docMk/>
            <pc:sldMk cId="2664565021" sldId="256"/>
            <ac:spMk id="4" creationId="{20B9FA1C-4DA2-8243-927D-F366802C38D3}"/>
          </ac:spMkLst>
        </pc:spChg>
        <pc:spChg chg="mod">
          <ac:chgData name="MD. RAIHAN MAHMUD" userId="4a62f7df-4410-48f1-90fd-18890a1620a6" providerId="ADAL" clId="{199ABB1F-63E5-4F98-A4AD-82979F3C4904}" dt="2025-10-29T09:24:10.135" v="7" actId="1076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D. RAIHAN MAHMUD" userId="4a62f7df-4410-48f1-90fd-18890a1620a6" providerId="ADAL" clId="{199ABB1F-63E5-4F98-A4AD-82979F3C4904}" dt="2025-10-29T09:24:02.547" v="5" actId="478"/>
          <ac:picMkLst>
            <pc:docMk/>
            <pc:sldMk cId="2664565021" sldId="256"/>
            <ac:picMk id="2" creationId="{CE63CACF-36DE-9C52-3964-4DA46A7E168C}"/>
          </ac:picMkLst>
        </pc:pic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3411684674" sldId="293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3411684674" sldId="293"/>
            <ac:spMk id="6" creationId="{00000000-0000-0000-0000-000000000000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373323169" sldId="295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373323169" sldId="295"/>
            <ac:spMk id="4" creationId="{5D6D9ECC-68FF-8D7D-811B-14DD60441EAC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731836009" sldId="296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731836009" sldId="296"/>
            <ac:spMk id="3" creationId="{0A303E40-ADDA-0C78-EA84-D404D5D51F3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3925133192" sldId="298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3925133192" sldId="298"/>
            <ac:spMk id="4" creationId="{DB2F2794-2A4A-41F1-381E-0501570FF32B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2769073409" sldId="299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2769073409" sldId="299"/>
            <ac:spMk id="4" creationId="{25CDD077-DB25-5B43-C3F8-958B39DDA0A0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567044653" sldId="303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567044653" sldId="303"/>
            <ac:spMk id="4" creationId="{59C10A0D-78A2-BF7F-A7E4-9820261191B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647168265" sldId="311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647168265" sldId="311"/>
            <ac:spMk id="3" creationId="{01149773-2BDA-ACC8-8895-B0E381214C7B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1561272034" sldId="312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1561272034" sldId="312"/>
            <ac:spMk id="3" creationId="{9164E10F-2430-EE4F-3CEE-3FB90BB588DA}"/>
          </ac:spMkLst>
        </pc:spChg>
      </pc:sldChg>
      <pc:sldChg chg="modSp">
        <pc:chgData name="MD. RAIHAN MAHMUD" userId="4a62f7df-4410-48f1-90fd-18890a1620a6" providerId="ADAL" clId="{199ABB1F-63E5-4F98-A4AD-82979F3C4904}" dt="2025-10-29T09:23:13.231" v="4"/>
        <pc:sldMkLst>
          <pc:docMk/>
          <pc:sldMk cId="64039236" sldId="314"/>
        </pc:sldMkLst>
        <pc:spChg chg="mod">
          <ac:chgData name="MD. RAIHAN MAHMUD" userId="4a62f7df-4410-48f1-90fd-18890a1620a6" providerId="ADAL" clId="{199ABB1F-63E5-4F98-A4AD-82979F3C4904}" dt="2025-10-29T09:23:13.231" v="4"/>
          <ac:spMkLst>
            <pc:docMk/>
            <pc:sldMk cId="64039236" sldId="314"/>
            <ac:spMk id="4" creationId="{25428DD3-CABA-9384-F30E-42C6A72F954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ihan.mahmud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005916" y="4678590"/>
            <a:ext cx="4660900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7030A0"/>
                </a:solidFill>
              </a:rPr>
              <a:t>MD RAIHAN MAHMUD</a:t>
            </a:r>
          </a:p>
          <a:p>
            <a:r>
              <a:rPr lang="en-US" sz="28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800" cap="none" dirty="0">
                <a:solidFill>
                  <a:schemeClr val="tx1"/>
                </a:solidFill>
                <a:hlinkClick r:id="rId3"/>
              </a:rPr>
              <a:t>raihan.mahmud@aiub.edu</a:t>
            </a:r>
            <a:r>
              <a:rPr lang="en-US" sz="2800" cap="none" dirty="0">
                <a:solidFill>
                  <a:schemeClr val="tx1"/>
                </a:solidFill>
              </a:rPr>
              <a:t> </a:t>
            </a:r>
            <a:endParaRPr lang="en-US" sz="32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 dirty="0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 dirty="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 dirty="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 dirty="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 dirty="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V-Model is an extension of the waterfall model and is based on an association of a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 dirty="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This is a highly disciplined model, and the next phase starts only after the completion of the previous phase.</a:t>
            </a:r>
            <a:endParaRPr lang="en-GB" sz="20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Requirements are not precise, and the p</a:t>
            </a:r>
            <a:r>
              <a:rPr lang="en-GB" sz="2200" dirty="0"/>
              <a:t>rototype serves as a mechanism for identifying software requirements</a:t>
            </a:r>
            <a:endParaRPr lang="en-GB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 dirty="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 dirty="0"/>
              <a:t>System requirements ALWAYS evolve during a project, so process iteration is proper where earlier stages are reworked and is always part of the process for large systems</a:t>
            </a:r>
            <a:endParaRPr lang="en-GB" sz="2200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 dirty="0"/>
              <a:t>Incremental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Rather than </a:t>
            </a:r>
            <a:r>
              <a:rPr lang="en-US" sz="2000" dirty="0">
                <a:latin typeface="+mj-lt"/>
              </a:rPr>
              <a:t>delivering the system as a single delivery, development and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 dirty="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T</a:t>
            </a:r>
            <a:r>
              <a:rPr lang="en-US" sz="2000" dirty="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User requirements are prioritized, and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 dirty="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 dirty="0">
                <a:latin typeface="+mj-lt"/>
              </a:rPr>
              <a:t>Once the development of an increment is started, the </a:t>
            </a:r>
            <a:r>
              <a:rPr lang="en-GB" sz="2000" dirty="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 dirty="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 dirty="0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 dirty="0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In the RAD model, the components or functions are </a:t>
            </a:r>
            <a:r>
              <a:rPr lang="en-US" sz="2000" dirty="0">
                <a:solidFill>
                  <a:srgbClr val="C00000"/>
                </a:solidFill>
              </a:rPr>
              <a:t>developed in parallel </a:t>
            </a:r>
            <a:r>
              <a:rPr lang="en-US" sz="2000" dirty="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/>
              <a:t>Delivers a fully functional system in </a:t>
            </a:r>
            <a:r>
              <a:rPr lang="en-GB" altLang="en-US" sz="2000" dirty="0">
                <a:solidFill>
                  <a:srgbClr val="C00000"/>
                </a:solidFill>
              </a:rPr>
              <a:t>90 days</a:t>
            </a:r>
            <a:r>
              <a:rPr lang="en-GB" altLang="en-US" sz="2000" dirty="0"/>
              <a:t>, give or take 30 days</a:t>
            </a:r>
            <a:r>
              <a:rPr lang="en-US" sz="2000" dirty="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 dirty="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User Design </a:t>
            </a:r>
            <a:r>
              <a:rPr lang="en-GB" altLang="en-US" sz="2000" dirty="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Construction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 dirty="0">
                <a:solidFill>
                  <a:srgbClr val="0070C0"/>
                </a:solidFill>
              </a:rPr>
              <a:t>Cutover</a:t>
            </a:r>
            <a:r>
              <a:rPr lang="en-GB" altLang="en-US" sz="2000" dirty="0">
                <a:solidFill>
                  <a:srgbClr val="FF0000"/>
                </a:solidFill>
              </a:rPr>
              <a:t> </a:t>
            </a:r>
            <a:r>
              <a:rPr lang="en-GB" altLang="en-US" sz="2000" dirty="0"/>
              <a:t>(testing, changeover to new system, user training)</a:t>
            </a:r>
            <a:endParaRPr lang="en-US" sz="2200" b="1" dirty="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Rational Unified Process (RUP)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Risk profile</a:t>
            </a:r>
            <a:endParaRPr lang="en-US" dirty="0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- 10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665</Words>
  <Application>Microsoft Office PowerPoint</Application>
  <PresentationFormat>Widescreen</PresentationFormat>
  <Paragraphs>87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lastModifiedBy>MD. RAIHAN MAHMUD</cp:lastModifiedBy>
  <cp:revision>25</cp:revision>
  <dcterms:created xsi:type="dcterms:W3CDTF">2019-05-13T08:37:20Z</dcterms:created>
  <dcterms:modified xsi:type="dcterms:W3CDTF">2025-10-29T09:24:11Z</dcterms:modified>
</cp:coreProperties>
</file>