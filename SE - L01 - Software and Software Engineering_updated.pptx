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300" r:id="rId9"/>
    <p:sldId id="298" r:id="rId10"/>
    <p:sldId id="307" r:id="rId11"/>
    <p:sldId id="308" r:id="rId12"/>
    <p:sldId id="309" r:id="rId13"/>
    <p:sldId id="310" r:id="rId14"/>
    <p:sldId id="312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99" d="100"/>
          <a:sy n="99" d="100"/>
        </p:scale>
        <p:origin x="10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MD. RAIHAN MAHMUD" userId="4a62f7df-4410-48f1-90fd-18890a1620a6" providerId="ADAL" clId="{E6A9731B-BF73-4583-80A8-4A1CA11ACDE6}"/>
    <pc:docChg chg="custSel modSld">
      <pc:chgData name="MD. RAIHAN MAHMUD" userId="4a62f7df-4410-48f1-90fd-18890a1620a6" providerId="ADAL" clId="{E6A9731B-BF73-4583-80A8-4A1CA11ACDE6}" dt="2025-10-29T09:24:26.751" v="35" actId="1076"/>
      <pc:docMkLst>
        <pc:docMk/>
      </pc:docMkLst>
      <pc:sldChg chg="delSp modSp mod">
        <pc:chgData name="MD. RAIHAN MAHMUD" userId="4a62f7df-4410-48f1-90fd-18890a1620a6" providerId="ADAL" clId="{E6A9731B-BF73-4583-80A8-4A1CA11ACDE6}" dt="2025-10-29T09:24:26.751" v="35" actId="1076"/>
        <pc:sldMkLst>
          <pc:docMk/>
          <pc:sldMk cId="2664565021" sldId="256"/>
        </pc:sldMkLst>
        <pc:spChg chg="del">
          <ac:chgData name="MD. RAIHAN MAHMUD" userId="4a62f7df-4410-48f1-90fd-18890a1620a6" providerId="ADAL" clId="{E6A9731B-BF73-4583-80A8-4A1CA11ACDE6}" dt="2025-10-29T09:24:20.469" v="33" actId="478"/>
          <ac:spMkLst>
            <pc:docMk/>
            <pc:sldMk cId="2664565021" sldId="256"/>
            <ac:spMk id="4" creationId="{A777D435-A5B1-F296-B90B-4CE6D7D1AC8D}"/>
          </ac:spMkLst>
        </pc:spChg>
        <pc:spChg chg="mod">
          <ac:chgData name="MD. RAIHAN MAHMUD" userId="4a62f7df-4410-48f1-90fd-18890a1620a6" providerId="ADAL" clId="{E6A9731B-BF73-4583-80A8-4A1CA11ACDE6}" dt="2025-10-29T09:24:26.751" v="35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D. RAIHAN MAHMUD" userId="4a62f7df-4410-48f1-90fd-18890a1620a6" providerId="ADAL" clId="{E6A9731B-BF73-4583-80A8-4A1CA11ACDE6}" dt="2025-10-29T09:24:21.218" v="34" actId="478"/>
          <ac:picMkLst>
            <pc:docMk/>
            <pc:sldMk cId="2664565021" sldId="256"/>
            <ac:picMk id="2" creationId="{344270E6-900A-ECC5-70F8-9779BC90F146}"/>
          </ac:picMkLst>
        </pc:pic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3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3"/>
            <ac:spMk id="4" creationId="{97933A36-B0B5-9997-56BC-6D0BBA0D031E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5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5"/>
            <ac:spMk id="4" creationId="{1761616C-BB6C-0C2A-8ED0-3C10F599C6DD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7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7"/>
            <ac:spMk id="4" creationId="{68BC0F1A-8886-94B9-3267-48CF1CC23CFD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8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8"/>
            <ac:spMk id="7" creationId="{BA1A92BF-C439-B5DA-6DA8-60F0A561BFD3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9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9"/>
            <ac:spMk id="4" creationId="{443F4437-BB4E-D0B6-96B1-1E9871A28BF5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0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0"/>
            <ac:spMk id="4" creationId="{71A5527B-1A92-9FCD-F5D8-1A8423289D66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7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7"/>
            <ac:spMk id="4" creationId="{F6A708E2-E46B-4881-38E6-B24187D0FB1B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8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8"/>
            <ac:spMk id="4" creationId="{886BA8D7-B2BF-878A-7F0C-E10F2B006CC1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9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9"/>
            <ac:spMk id="4" creationId="{0DC9FB57-00F2-D2E7-4EC6-9EE8E146CDE7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10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10"/>
            <ac:spMk id="4" creationId="{6BDEC8BA-A092-BA65-E675-604AB01E18B5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64039236" sldId="311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64039236" sldId="311"/>
            <ac:spMk id="4" creationId="{25312C3B-B9B9-5739-8FF4-272BFD29E158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2980895392" sldId="312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2980895392" sldId="312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1641042918" sldId="313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1641042918" sldId="313"/>
            <ac:spMk id="4" creationId="{EB11A590-4A62-E828-3EFD-C053B34D4D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975279" y="4510618"/>
            <a:ext cx="4896908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MD RAIHAN MAHMUD</a:t>
            </a: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raihan.mahmud@aiub.edu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5527B-1A92-9FCD-F5D8-1A8423289D66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1107</Words>
  <Application>Microsoft Office PowerPoint</Application>
  <PresentationFormat>Widescreen</PresentationFormat>
  <Paragraphs>130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MD. RAIHAN MAHMUD</cp:lastModifiedBy>
  <cp:revision>49</cp:revision>
  <dcterms:created xsi:type="dcterms:W3CDTF">2019-05-13T08:37:20Z</dcterms:created>
  <dcterms:modified xsi:type="dcterms:W3CDTF">2025-10-29T09:24:29Z</dcterms:modified>
</cp:coreProperties>
</file>