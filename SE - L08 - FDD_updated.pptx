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5"/>
  </p:notesMasterIdLst>
  <p:sldIdLst>
    <p:sldId id="256" r:id="rId2"/>
    <p:sldId id="294" r:id="rId3"/>
    <p:sldId id="295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1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2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47B8F229-6103-4CF7-BD94-48430F9D9188}"/>
    <pc:docChg chg="custSel modSld">
      <pc:chgData name="MD. RAIHAN MAHMUD" userId="4a62f7df-4410-48f1-90fd-18890a1620a6" providerId="ADAL" clId="{47B8F229-6103-4CF7-BD94-48430F9D9188}" dt="2025-10-29T09:28:22.662" v="8"/>
      <pc:docMkLst>
        <pc:docMk/>
      </pc:docMkLst>
      <pc:sldChg chg="delSp modSp mod">
        <pc:chgData name="MD. RAIHAN MAHMUD" userId="4a62f7df-4410-48f1-90fd-18890a1620a6" providerId="ADAL" clId="{47B8F229-6103-4CF7-BD94-48430F9D9188}" dt="2025-10-29T09:28:08.073" v="7" actId="27636"/>
        <pc:sldMkLst>
          <pc:docMk/>
          <pc:sldMk cId="2664565021" sldId="256"/>
        </pc:sldMkLst>
        <pc:spChg chg="mod">
          <ac:chgData name="MD. RAIHAN MAHMUD" userId="4a62f7df-4410-48f1-90fd-18890a1620a6" providerId="ADAL" clId="{47B8F229-6103-4CF7-BD94-48430F9D9188}" dt="2025-10-29T09:28:08.073" v="7" actId="27636"/>
          <ac:spMkLst>
            <pc:docMk/>
            <pc:sldMk cId="2664565021" sldId="256"/>
            <ac:spMk id="2" creationId="{BBD2E2BA-AA4F-466E-8E55-AE64AF07742F}"/>
          </ac:spMkLst>
        </pc:spChg>
        <pc:spChg chg="del">
          <ac:chgData name="MD. RAIHAN MAHMUD" userId="4a62f7df-4410-48f1-90fd-18890a1620a6" providerId="ADAL" clId="{47B8F229-6103-4CF7-BD94-48430F9D9188}" dt="2025-10-29T09:28:00.693" v="0" actId="478"/>
          <ac:spMkLst>
            <pc:docMk/>
            <pc:sldMk cId="2664565021" sldId="256"/>
            <ac:spMk id="4" creationId="{F877792E-F97B-569D-326A-4ED9499F7AB0}"/>
          </ac:spMkLst>
        </pc:spChg>
        <pc:picChg chg="del">
          <ac:chgData name="MD. RAIHAN MAHMUD" userId="4a62f7df-4410-48f1-90fd-18890a1620a6" providerId="ADAL" clId="{47B8F229-6103-4CF7-BD94-48430F9D9188}" dt="2025-10-29T09:28:01.384" v="1" actId="478"/>
          <ac:picMkLst>
            <pc:docMk/>
            <pc:sldMk cId="2664565021" sldId="256"/>
            <ac:picMk id="1026" creationId="{B20559B3-ADA0-D985-4721-C849FB6860FB}"/>
          </ac:picMkLst>
        </pc:pic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875331694" sldId="294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875331694" sldId="294"/>
            <ac:spMk id="4" creationId="{92816F50-D918-5972-3AD2-4984CEC82CEA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796449256" sldId="295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796449256" sldId="295"/>
            <ac:spMk id="4" creationId="{7EF0DC5C-3932-17FD-8404-13313A7D6911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602798882" sldId="297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602798882" sldId="297"/>
            <ac:spMk id="3" creationId="{4577531D-0433-8C7F-0049-5D5CE4C81106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072264413" sldId="298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072264413" sldId="298"/>
            <ac:spMk id="4" creationId="{08CD13ED-89C7-0536-C61E-BC379C3E69E5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3606383565" sldId="299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606383565" sldId="299"/>
            <ac:spMk id="4" creationId="{37B4CBBD-8D38-E32E-137A-AF1AB8994E97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330040080" sldId="300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330040080" sldId="300"/>
            <ac:spMk id="3" creationId="{01C9A570-8D79-EBF6-CD38-DB0849F0A4C1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54580711" sldId="301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54580711" sldId="301"/>
            <ac:spMk id="4" creationId="{8C9A1962-39F8-7F47-FB13-C802D8DADF92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975526382" sldId="302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975526382" sldId="302"/>
            <ac:spMk id="4" creationId="{67936862-E269-FD82-2ED0-EF7C1B8D37A5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3067382598" sldId="303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067382598" sldId="303"/>
            <ac:spMk id="3" creationId="{00000000-0000-0000-0000-000000000000}"/>
          </ac:spMkLst>
        </pc:spChg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067382598" sldId="303"/>
            <ac:spMk id="4" creationId="{19A01FD0-C051-5449-5E76-A874FDC5BDA5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1267100803" sldId="304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1267100803" sldId="304"/>
            <ac:spMk id="4" creationId="{52BF91A0-AA52-8F91-3745-11A11C8AED3C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3856782124" sldId="305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3856782124" sldId="305"/>
            <ac:spMk id="4" creationId="{E85C1ECE-AAED-159E-BBE0-5342FA8BC9F2}"/>
          </ac:spMkLst>
        </pc:spChg>
      </pc:sldChg>
      <pc:sldChg chg="modSp">
        <pc:chgData name="MD. RAIHAN MAHMUD" userId="4a62f7df-4410-48f1-90fd-18890a1620a6" providerId="ADAL" clId="{47B8F229-6103-4CF7-BD94-48430F9D9188}" dt="2025-10-29T09:28:22.662" v="8"/>
        <pc:sldMkLst>
          <pc:docMk/>
          <pc:sldMk cId="64039236" sldId="311"/>
        </pc:sldMkLst>
        <pc:spChg chg="mod">
          <ac:chgData name="MD. RAIHAN MAHMUD" userId="4a62f7df-4410-48f1-90fd-18890a1620a6" providerId="ADAL" clId="{47B8F229-6103-4CF7-BD94-48430F9D9188}" dt="2025-10-29T09:28:22.662" v="8"/>
          <ac:spMkLst>
            <pc:docMk/>
            <pc:sldMk cId="64039236" sldId="311"/>
            <ac:spMk id="4" creationId="{9EFDDCA3-9EBB-683D-F8C2-65C16BF82702}"/>
          </ac:spMkLst>
        </pc:spChg>
      </pc:sldChg>
    </pc:docChg>
  </pc:docChgLst>
  <pc:docChgLst>
    <pc:chgData name="Saikat Baul" userId="dae859d7-ea3e-4a5d-83a1-d953f3940120" providerId="ADAL" clId="{47536E6A-E83A-4ABD-960B-A54BE989C75D}"/>
    <pc:docChg chg="custSel modSld">
      <pc:chgData name="Saikat Baul" userId="dae859d7-ea3e-4a5d-83a1-d953f3940120" providerId="ADAL" clId="{47536E6A-E83A-4ABD-960B-A54BE989C75D}" dt="2025-04-08T04:31:07.125" v="28"/>
      <pc:docMkLst>
        <pc:docMk/>
      </pc:docMkLst>
      <pc:sldChg chg="addSp delSp modSp mod">
        <pc:chgData name="Saikat Baul" userId="dae859d7-ea3e-4a5d-83a1-d953f3940120" providerId="ADAL" clId="{47536E6A-E83A-4ABD-960B-A54BE989C75D}" dt="2025-04-08T04:31:07.125" v="28"/>
        <pc:sldMkLst>
          <pc:docMk/>
          <pc:sldMk cId="2664565021" sldId="256"/>
        </pc:sldMkLst>
        <pc:spChg chg="add mod">
          <ac:chgData name="Saikat Baul" userId="dae859d7-ea3e-4a5d-83a1-d953f3940120" providerId="ADAL" clId="{47536E6A-E83A-4ABD-960B-A54BE989C75D}" dt="2025-04-08T04:31:07.125" v="28"/>
          <ac:spMkLst>
            <pc:docMk/>
            <pc:sldMk cId="2664565021" sldId="256"/>
            <ac:spMk id="2" creationId="{BBD2E2BA-AA4F-466E-8E55-AE64AF07742F}"/>
          </ac:spMkLst>
        </pc:spChg>
        <pc:spChg chg="del">
          <ac:chgData name="Saikat Baul" userId="dae859d7-ea3e-4a5d-83a1-d953f3940120" providerId="ADAL" clId="{47536E6A-E83A-4ABD-960B-A54BE989C75D}" dt="2025-04-08T04:30:56.704" v="27" actId="478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5" creationId="{50ADB631-A102-4E27-9E4F-8BEAA32309AE}"/>
          </ac:picMkLst>
        </pc:pic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6" creationId="{5178D95F-BBA9-4DB7-8929-D0378B8248EA}"/>
          </ac:picMkLst>
        </pc:picChg>
        <pc:picChg chg="del">
          <ac:chgData name="Saikat Baul" userId="dae859d7-ea3e-4a5d-83a1-d953f3940120" providerId="ADAL" clId="{47536E6A-E83A-4ABD-960B-A54BE989C75D}" dt="2025-04-08T04:30:56.704" v="27" actId="478"/>
          <ac:picMkLst>
            <pc:docMk/>
            <pc:sldMk cId="2664565021" sldId="256"/>
            <ac:picMk id="27" creationId="{6C55067C-425B-4011-BE53-FC42477C2FFE}"/>
          </ac:picMkLst>
        </pc:picChg>
      </pc:sldChg>
      <pc:sldChg chg="addSp delSp modSp mod">
        <pc:chgData name="Saikat Baul" userId="dae859d7-ea3e-4a5d-83a1-d953f3940120" providerId="ADAL" clId="{47536E6A-E83A-4ABD-960B-A54BE989C75D}" dt="2025-04-08T04:29:51.080" v="1"/>
        <pc:sldMkLst>
          <pc:docMk/>
          <pc:sldMk cId="3411684674" sldId="293"/>
        </pc:sldMkLst>
        <pc:spChg chg="add mod">
          <ac:chgData name="Saikat Baul" userId="dae859d7-ea3e-4a5d-83a1-d953f3940120" providerId="ADAL" clId="{47536E6A-E83A-4ABD-960B-A54BE989C75D}" dt="2025-04-08T04:29:51.080" v="1"/>
          <ac:spMkLst>
            <pc:docMk/>
            <pc:sldMk cId="3411684674" sldId="293"/>
            <ac:spMk id="4" creationId="{FCFADB6C-F947-B38A-5FBD-77EED1AE16AA}"/>
          </ac:spMkLst>
        </pc:spChg>
        <pc:spChg chg="del">
          <ac:chgData name="Saikat Baul" userId="dae859d7-ea3e-4a5d-83a1-d953f3940120" providerId="ADAL" clId="{47536E6A-E83A-4ABD-960B-A54BE989C75D}" dt="2025-04-08T04:29:49.931" v="0" actId="478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29:56.822" v="3"/>
        <pc:sldMkLst>
          <pc:docMk/>
          <pc:sldMk cId="1875331694" sldId="294"/>
        </pc:sldMkLst>
        <pc:spChg chg="add mod">
          <ac:chgData name="Saikat Baul" userId="dae859d7-ea3e-4a5d-83a1-d953f3940120" providerId="ADAL" clId="{47536E6A-E83A-4ABD-960B-A54BE989C75D}" dt="2025-04-08T04:29:56.822" v="3"/>
          <ac:spMkLst>
            <pc:docMk/>
            <pc:sldMk cId="1875331694" sldId="294"/>
            <ac:spMk id="4" creationId="{92816F50-D918-5972-3AD2-4984CEC82CEA}"/>
          </ac:spMkLst>
        </pc:spChg>
        <pc:spChg chg="del">
          <ac:chgData name="Saikat Baul" userId="dae859d7-ea3e-4a5d-83a1-d953f3940120" providerId="ADAL" clId="{47536E6A-E83A-4ABD-960B-A54BE989C75D}" dt="2025-04-08T04:29:56.221" v="2" actId="478"/>
          <ac:spMkLst>
            <pc:docMk/>
            <pc:sldMk cId="1875331694" sldId="294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1.628" v="5"/>
        <pc:sldMkLst>
          <pc:docMk/>
          <pc:sldMk cId="796449256" sldId="295"/>
        </pc:sldMkLst>
        <pc:spChg chg="add mod">
          <ac:chgData name="Saikat Baul" userId="dae859d7-ea3e-4a5d-83a1-d953f3940120" providerId="ADAL" clId="{47536E6A-E83A-4ABD-960B-A54BE989C75D}" dt="2025-04-08T04:30:01.628" v="5"/>
          <ac:spMkLst>
            <pc:docMk/>
            <pc:sldMk cId="796449256" sldId="295"/>
            <ac:spMk id="4" creationId="{7EF0DC5C-3932-17FD-8404-13313A7D6911}"/>
          </ac:spMkLst>
        </pc:spChg>
        <pc:spChg chg="del">
          <ac:chgData name="Saikat Baul" userId="dae859d7-ea3e-4a5d-83a1-d953f3940120" providerId="ADAL" clId="{47536E6A-E83A-4ABD-960B-A54BE989C75D}" dt="2025-04-08T04:30:01.074" v="4" actId="478"/>
          <ac:spMkLst>
            <pc:docMk/>
            <pc:sldMk cId="796449256" sldId="295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5.812" v="7"/>
        <pc:sldMkLst>
          <pc:docMk/>
          <pc:sldMk cId="3920310073" sldId="296"/>
        </pc:sldMkLst>
        <pc:spChg chg="add mod">
          <ac:chgData name="Saikat Baul" userId="dae859d7-ea3e-4a5d-83a1-d953f3940120" providerId="ADAL" clId="{47536E6A-E83A-4ABD-960B-A54BE989C75D}" dt="2025-04-08T04:30:05.812" v="7"/>
          <ac:spMkLst>
            <pc:docMk/>
            <pc:sldMk cId="3920310073" sldId="296"/>
            <ac:spMk id="4" creationId="{A3532B29-75EF-4893-DAC6-42726A8B10A7}"/>
          </ac:spMkLst>
        </pc:spChg>
        <pc:spChg chg="del">
          <ac:chgData name="Saikat Baul" userId="dae859d7-ea3e-4a5d-83a1-d953f3940120" providerId="ADAL" clId="{47536E6A-E83A-4ABD-960B-A54BE989C75D}" dt="2025-04-08T04:30:05.285" v="6" actId="478"/>
          <ac:spMkLst>
            <pc:docMk/>
            <pc:sldMk cId="3920310073" sldId="296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09.632" v="9"/>
        <pc:sldMkLst>
          <pc:docMk/>
          <pc:sldMk cId="1602798882" sldId="297"/>
        </pc:sldMkLst>
        <pc:spChg chg="add mod">
          <ac:chgData name="Saikat Baul" userId="dae859d7-ea3e-4a5d-83a1-d953f3940120" providerId="ADAL" clId="{47536E6A-E83A-4ABD-960B-A54BE989C75D}" dt="2025-04-08T04:30:09.632" v="9"/>
          <ac:spMkLst>
            <pc:docMk/>
            <pc:sldMk cId="1602798882" sldId="297"/>
            <ac:spMk id="3" creationId="{4577531D-0433-8C7F-0049-5D5CE4C81106}"/>
          </ac:spMkLst>
        </pc:spChg>
        <pc:spChg chg="del">
          <ac:chgData name="Saikat Baul" userId="dae859d7-ea3e-4a5d-83a1-d953f3940120" providerId="ADAL" clId="{47536E6A-E83A-4ABD-960B-A54BE989C75D}" dt="2025-04-08T04:30:09.178" v="8" actId="478"/>
          <ac:spMkLst>
            <pc:docMk/>
            <pc:sldMk cId="1602798882" sldId="297"/>
            <ac:spMk id="10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14.248" v="11"/>
        <pc:sldMkLst>
          <pc:docMk/>
          <pc:sldMk cId="1072264413" sldId="298"/>
        </pc:sldMkLst>
        <pc:spChg chg="add mod">
          <ac:chgData name="Saikat Baul" userId="dae859d7-ea3e-4a5d-83a1-d953f3940120" providerId="ADAL" clId="{47536E6A-E83A-4ABD-960B-A54BE989C75D}" dt="2025-04-08T04:30:14.248" v="11"/>
          <ac:spMkLst>
            <pc:docMk/>
            <pc:sldMk cId="1072264413" sldId="298"/>
            <ac:spMk id="4" creationId="{08CD13ED-89C7-0536-C61E-BC379C3E69E5}"/>
          </ac:spMkLst>
        </pc:spChg>
        <pc:spChg chg="del">
          <ac:chgData name="Saikat Baul" userId="dae859d7-ea3e-4a5d-83a1-d953f3940120" providerId="ADAL" clId="{47536E6A-E83A-4ABD-960B-A54BE989C75D}" dt="2025-04-08T04:30:13.777" v="10" actId="478"/>
          <ac:spMkLst>
            <pc:docMk/>
            <pc:sldMk cId="1072264413" sldId="298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18.857" v="13"/>
        <pc:sldMkLst>
          <pc:docMk/>
          <pc:sldMk cId="3606383565" sldId="299"/>
        </pc:sldMkLst>
        <pc:spChg chg="add mod">
          <ac:chgData name="Saikat Baul" userId="dae859d7-ea3e-4a5d-83a1-d953f3940120" providerId="ADAL" clId="{47536E6A-E83A-4ABD-960B-A54BE989C75D}" dt="2025-04-08T04:30:18.857" v="13"/>
          <ac:spMkLst>
            <pc:docMk/>
            <pc:sldMk cId="3606383565" sldId="299"/>
            <ac:spMk id="4" creationId="{37B4CBBD-8D38-E32E-137A-AF1AB8994E97}"/>
          </ac:spMkLst>
        </pc:spChg>
        <pc:spChg chg="del">
          <ac:chgData name="Saikat Baul" userId="dae859d7-ea3e-4a5d-83a1-d953f3940120" providerId="ADAL" clId="{47536E6A-E83A-4ABD-960B-A54BE989C75D}" dt="2025-04-08T04:30:17.981" v="12" actId="478"/>
          <ac:spMkLst>
            <pc:docMk/>
            <pc:sldMk cId="3606383565" sldId="299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23.368" v="15"/>
        <pc:sldMkLst>
          <pc:docMk/>
          <pc:sldMk cId="1330040080" sldId="300"/>
        </pc:sldMkLst>
        <pc:spChg chg="add mod">
          <ac:chgData name="Saikat Baul" userId="dae859d7-ea3e-4a5d-83a1-d953f3940120" providerId="ADAL" clId="{47536E6A-E83A-4ABD-960B-A54BE989C75D}" dt="2025-04-08T04:30:23.368" v="15"/>
          <ac:spMkLst>
            <pc:docMk/>
            <pc:sldMk cId="1330040080" sldId="300"/>
            <ac:spMk id="3" creationId="{01C9A570-8D79-EBF6-CD38-DB0849F0A4C1}"/>
          </ac:spMkLst>
        </pc:spChg>
        <pc:spChg chg="del">
          <ac:chgData name="Saikat Baul" userId="dae859d7-ea3e-4a5d-83a1-d953f3940120" providerId="ADAL" clId="{47536E6A-E83A-4ABD-960B-A54BE989C75D}" dt="2025-04-08T04:30:22.872" v="14" actId="478"/>
          <ac:spMkLst>
            <pc:docMk/>
            <pc:sldMk cId="1330040080" sldId="300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27.294" v="17"/>
        <pc:sldMkLst>
          <pc:docMk/>
          <pc:sldMk cId="154580711" sldId="301"/>
        </pc:sldMkLst>
        <pc:spChg chg="add mod">
          <ac:chgData name="Saikat Baul" userId="dae859d7-ea3e-4a5d-83a1-d953f3940120" providerId="ADAL" clId="{47536E6A-E83A-4ABD-960B-A54BE989C75D}" dt="2025-04-08T04:30:27.294" v="17"/>
          <ac:spMkLst>
            <pc:docMk/>
            <pc:sldMk cId="154580711" sldId="301"/>
            <ac:spMk id="4" creationId="{8C9A1962-39F8-7F47-FB13-C802D8DADF92}"/>
          </ac:spMkLst>
        </pc:spChg>
        <pc:spChg chg="del">
          <ac:chgData name="Saikat Baul" userId="dae859d7-ea3e-4a5d-83a1-d953f3940120" providerId="ADAL" clId="{47536E6A-E83A-4ABD-960B-A54BE989C75D}" dt="2025-04-08T04:30:26.758" v="16" actId="478"/>
          <ac:spMkLst>
            <pc:docMk/>
            <pc:sldMk cId="154580711" sldId="301"/>
            <ac:spMk id="7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1.424" v="19"/>
        <pc:sldMkLst>
          <pc:docMk/>
          <pc:sldMk cId="1975526382" sldId="302"/>
        </pc:sldMkLst>
        <pc:spChg chg="add mod">
          <ac:chgData name="Saikat Baul" userId="dae859d7-ea3e-4a5d-83a1-d953f3940120" providerId="ADAL" clId="{47536E6A-E83A-4ABD-960B-A54BE989C75D}" dt="2025-04-08T04:30:31.424" v="19"/>
          <ac:spMkLst>
            <pc:docMk/>
            <pc:sldMk cId="1975526382" sldId="302"/>
            <ac:spMk id="4" creationId="{67936862-E269-FD82-2ED0-EF7C1B8D37A5}"/>
          </ac:spMkLst>
        </pc:spChg>
        <pc:spChg chg="del">
          <ac:chgData name="Saikat Baul" userId="dae859d7-ea3e-4a5d-83a1-d953f3940120" providerId="ADAL" clId="{47536E6A-E83A-4ABD-960B-A54BE989C75D}" dt="2025-04-08T04:30:30.881" v="18" actId="478"/>
          <ac:spMkLst>
            <pc:docMk/>
            <pc:sldMk cId="1975526382" sldId="302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5.169" v="21"/>
        <pc:sldMkLst>
          <pc:docMk/>
          <pc:sldMk cId="3067382598" sldId="303"/>
        </pc:sldMkLst>
        <pc:spChg chg="add mod">
          <ac:chgData name="Saikat Baul" userId="dae859d7-ea3e-4a5d-83a1-d953f3940120" providerId="ADAL" clId="{47536E6A-E83A-4ABD-960B-A54BE989C75D}" dt="2025-04-08T04:30:35.169" v="21"/>
          <ac:spMkLst>
            <pc:docMk/>
            <pc:sldMk cId="3067382598" sldId="303"/>
            <ac:spMk id="4" creationId="{19A01FD0-C051-5449-5E76-A874FDC5BDA5}"/>
          </ac:spMkLst>
        </pc:spChg>
        <pc:spChg chg="del">
          <ac:chgData name="Saikat Baul" userId="dae859d7-ea3e-4a5d-83a1-d953f3940120" providerId="ADAL" clId="{47536E6A-E83A-4ABD-960B-A54BE989C75D}" dt="2025-04-08T04:30:34.661" v="20" actId="478"/>
          <ac:spMkLst>
            <pc:docMk/>
            <pc:sldMk cId="3067382598" sldId="30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39.384" v="23"/>
        <pc:sldMkLst>
          <pc:docMk/>
          <pc:sldMk cId="1267100803" sldId="304"/>
        </pc:sldMkLst>
        <pc:spChg chg="add mod">
          <ac:chgData name="Saikat Baul" userId="dae859d7-ea3e-4a5d-83a1-d953f3940120" providerId="ADAL" clId="{47536E6A-E83A-4ABD-960B-A54BE989C75D}" dt="2025-04-08T04:30:39.384" v="23"/>
          <ac:spMkLst>
            <pc:docMk/>
            <pc:sldMk cId="1267100803" sldId="304"/>
            <ac:spMk id="4" creationId="{52BF91A0-AA52-8F91-3745-11A11C8AED3C}"/>
          </ac:spMkLst>
        </pc:spChg>
        <pc:spChg chg="del">
          <ac:chgData name="Saikat Baul" userId="dae859d7-ea3e-4a5d-83a1-d953f3940120" providerId="ADAL" clId="{47536E6A-E83A-4ABD-960B-A54BE989C75D}" dt="2025-04-08T04:30:38.798" v="22" actId="478"/>
          <ac:spMkLst>
            <pc:docMk/>
            <pc:sldMk cId="1267100803" sldId="304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47536E6A-E83A-4ABD-960B-A54BE989C75D}" dt="2025-04-08T04:30:43.872" v="25"/>
        <pc:sldMkLst>
          <pc:docMk/>
          <pc:sldMk cId="3856782124" sldId="305"/>
        </pc:sldMkLst>
        <pc:spChg chg="add mod">
          <ac:chgData name="Saikat Baul" userId="dae859d7-ea3e-4a5d-83a1-d953f3940120" providerId="ADAL" clId="{47536E6A-E83A-4ABD-960B-A54BE989C75D}" dt="2025-04-08T04:30:43.872" v="25"/>
          <ac:spMkLst>
            <pc:docMk/>
            <pc:sldMk cId="3856782124" sldId="305"/>
            <ac:spMk id="4" creationId="{E85C1ECE-AAED-159E-BBE0-5342FA8BC9F2}"/>
          </ac:spMkLst>
        </pc:spChg>
        <pc:spChg chg="del">
          <ac:chgData name="Saikat Baul" userId="dae859d7-ea3e-4a5d-83a1-d953f3940120" providerId="ADAL" clId="{47536E6A-E83A-4ABD-960B-A54BE989C75D}" dt="2025-04-08T04:30:43.354" v="24" actId="478"/>
          <ac:spMkLst>
            <pc:docMk/>
            <pc:sldMk cId="3856782124" sldId="305"/>
            <ac:spMk id="6" creationId="{00000000-0000-0000-0000-000000000000}"/>
          </ac:spMkLst>
        </pc:spChg>
      </pc:sldChg>
      <pc:sldChg chg="addSp modSp">
        <pc:chgData name="Saikat Baul" userId="dae859d7-ea3e-4a5d-83a1-d953f3940120" providerId="ADAL" clId="{47536E6A-E83A-4ABD-960B-A54BE989C75D}" dt="2025-04-08T04:30:46.380" v="26"/>
        <pc:sldMkLst>
          <pc:docMk/>
          <pc:sldMk cId="64039236" sldId="311"/>
        </pc:sldMkLst>
        <pc:spChg chg="add mod">
          <ac:chgData name="Saikat Baul" userId="dae859d7-ea3e-4a5d-83a1-d953f3940120" providerId="ADAL" clId="{47536E6A-E83A-4ABD-960B-A54BE989C75D}" dt="2025-04-08T04:30:46.380" v="26"/>
          <ac:spMkLst>
            <pc:docMk/>
            <pc:sldMk cId="64039236" sldId="311"/>
            <ac:spMk id="4" creationId="{9EFDDCA3-9EBB-683D-F8C2-65C16BF827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29/10/2025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8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feature driven development (</a:t>
            </a:r>
            <a:r>
              <a:rPr lang="en-US" sz="3000" dirty="0" err="1">
                <a:solidFill>
                  <a:srgbClr val="002060"/>
                </a:solidFill>
              </a:rPr>
              <a:t>fdd</a:t>
            </a:r>
            <a:r>
              <a:rPr lang="en-US" sz="3000" dirty="0">
                <a:solidFill>
                  <a:srgbClr val="002060"/>
                </a:solidFill>
              </a:rPr>
              <a:t>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BD2E2BA-AA4F-466E-8E55-AE64AF07742F}"/>
              </a:ext>
            </a:extLst>
          </p:cNvPr>
          <p:cNvSpPr txBox="1">
            <a:spLocks/>
          </p:cNvSpPr>
          <p:nvPr/>
        </p:nvSpPr>
        <p:spPr>
          <a:xfrm>
            <a:off x="8042147" y="4024732"/>
            <a:ext cx="4113787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800" cap="none" dirty="0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800" cap="none" dirty="0">
                <a:solidFill>
                  <a:schemeClr val="tx1"/>
                </a:solidFill>
              </a:rPr>
              <a:t> </a:t>
            </a:r>
            <a:endParaRPr 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</a:t>
            </a:r>
            <a:r>
              <a:rPr lang="en-GB" dirty="0" err="1"/>
              <a:t>fdd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339634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Feature Driven Development (FDD)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is an agile software development process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uses a short-iteration model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combines key advantages of other popular agile approaches along with other industry-recognized best practices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was created to easily scale to much larger projects and teams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816F50-D918-5972-3AD2-4984CEC82CE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87533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feature?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829" y="1972492"/>
            <a:ext cx="11051177" cy="404485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delivers the system feature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is a small function expressed in client-valued terms which presents the customer requirements to be developed in software using small iteration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Features are to be “small” in the sense they will </a:t>
            </a:r>
            <a:r>
              <a:rPr lang="en-US" sz="2000" dirty="0">
                <a:solidFill>
                  <a:srgbClr val="FF0000"/>
                </a:solidFill>
              </a:rPr>
              <a:t>take no more than two weeks to complete Features </a:t>
            </a:r>
            <a:r>
              <a:rPr lang="en-US" sz="2000" dirty="0"/>
              <a:t>that appear to take longer are to be broken up into a set of smaller features. Two weeks is the maximum, most features take less time (1 - 5 days) 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naming template: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	&lt;action&gt; the &lt;result&gt; &lt;</a:t>
            </a:r>
            <a:r>
              <a:rPr lang="en-US" sz="2000" b="1" dirty="0" err="1">
                <a:solidFill>
                  <a:srgbClr val="C00000"/>
                </a:solidFill>
                <a:latin typeface="+mj-lt"/>
              </a:rPr>
              <a:t>by|for|of|to</a:t>
            </a:r>
            <a:r>
              <a:rPr lang="en-US" sz="2000" b="1" dirty="0">
                <a:solidFill>
                  <a:srgbClr val="C00000"/>
                </a:solidFill>
                <a:latin typeface="+mj-lt"/>
              </a:rPr>
              <a:t>&gt; a(n) &lt;object&gt;     Calculate the vote of a </a:t>
            </a:r>
            <a:r>
              <a:rPr lang="en-US" sz="2000" b="1">
                <a:solidFill>
                  <a:srgbClr val="C00000"/>
                </a:solidFill>
                <a:latin typeface="+mj-lt"/>
              </a:rPr>
              <a:t>national election</a:t>
            </a:r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Examples:    Calculate the total of a sale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 Validate the password of a user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                  Authorize the sales transaction of a customer  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F0DC5C-3932-17FD-8404-13313A7D691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79644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roles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83080" y="2083938"/>
            <a:ext cx="792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400" dirty="0">
                <a:solidFill>
                  <a:srgbClr val="C00000"/>
                </a:solidFill>
                <a:latin typeface="Bell MT" pitchFamily="18" charset="0"/>
              </a:rPr>
              <a:t> 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FDD Primary Roles</a:t>
            </a: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endParaRPr lang="en-US" altLang="en-US" sz="2000" dirty="0">
              <a:latin typeface="+mj-lt"/>
            </a:endParaRPr>
          </a:p>
          <a:p>
            <a:endParaRPr lang="en-US" altLang="en-US" sz="2000" dirty="0">
              <a:solidFill>
                <a:srgbClr val="C0000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en-US" sz="2000" dirty="0">
                <a:solidFill>
                  <a:srgbClr val="C00000"/>
                </a:solidFill>
                <a:latin typeface="+mj-lt"/>
              </a:rPr>
              <a:t>  FDD Supporting Roles</a:t>
            </a:r>
            <a:endParaRPr lang="en-GB" altLang="en-US" sz="2000" dirty="0">
              <a:solidFill>
                <a:srgbClr val="C00000"/>
              </a:solidFill>
              <a:latin typeface="+mj-lt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312124" y="2797629"/>
          <a:ext cx="6934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Project Manager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Chief Architect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Class Owners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Domain Experts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latin typeface="+mj-lt"/>
                        </a:rPr>
                        <a:t>Chief Programmers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312124" y="4281616"/>
          <a:ext cx="7395756" cy="185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2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861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Language Guru (shared vocabulary)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r>
                        <a:rPr lang="en-US" sz="2000" b="0" dirty="0" err="1">
                          <a:solidFill>
                            <a:srgbClr val="002060"/>
                          </a:solidFill>
                          <a:latin typeface="+mj-lt"/>
                        </a:rPr>
                        <a:t>Toolsmith</a:t>
                      </a: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 (making tools for application)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lnSpc>
                          <a:spcPct val="90000"/>
                        </a:lnSpc>
                        <a:buFont typeface="Arial" charset="0"/>
                        <a:buNone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Tester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002060"/>
                          </a:solidFill>
                          <a:latin typeface="+mj-lt"/>
                        </a:rPr>
                        <a:t>Technical Writer (documentation)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charset="0"/>
                        <a:buChar char="•"/>
                        <a:tabLst/>
                        <a:defRPr/>
                      </a:pPr>
                      <a:endParaRPr lang="en-US" sz="2000" b="0" dirty="0">
                        <a:solidFill>
                          <a:srgbClr val="002060"/>
                        </a:solidFill>
                        <a:latin typeface="+mj-lt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7531D-0433-8C7F-0049-5D5CE4C81106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60279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881053"/>
            <a:ext cx="9953897" cy="340940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8CD13ED-89C7-0536-C61E-BC379C3E69E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072264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59812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Project wide upfront design activities: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#3: Plan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not to design the system in its entirety but instead is to do just enough initial design that you are able to build on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Deliver the system feature by feature: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#4: Design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Goal: Deliver real, completed, client-valued function as often as possible 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B4CBBD-8D38-E32E-137A-AF1AB8994E97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60638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4" descr="FDDimag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35577" y="1959430"/>
            <a:ext cx="11129553" cy="466344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A570-8D79-EBF6-CD38-DB0849F0A4C1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33004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326" y="1881053"/>
            <a:ext cx="11273245" cy="474181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#1: Develop an Overall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a modeling team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Domain walk-through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Build High-level object model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Record Notes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+mj-lt"/>
              </a:rPr>
              <a:t>Goal</a:t>
            </a:r>
            <a:r>
              <a:rPr lang="en-US" sz="2000" dirty="0">
                <a:solidFill>
                  <a:srgbClr val="002060"/>
                </a:solidFill>
                <a:latin typeface="+mj-lt"/>
              </a:rPr>
              <a:t> - for team members to gain a good, shared understanding of the problem domain and build 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r>
              <a:rPr lang="en-US" sz="2000" dirty="0">
                <a:solidFill>
                  <a:srgbClr val="002060"/>
                </a:solidFill>
                <a:latin typeface="+mj-lt"/>
              </a:rPr>
              <a:t>a foundation</a:t>
            </a:r>
            <a:br>
              <a:rPr lang="en-US" sz="2000" dirty="0">
                <a:solidFill>
                  <a:srgbClr val="002060"/>
                </a:solidFill>
                <a:latin typeface="+mj-lt"/>
              </a:rPr>
            </a:br>
            <a:endParaRPr lang="en-US" sz="2000" dirty="0">
              <a:solidFill>
                <a:srgbClr val="002060"/>
              </a:solidFill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#2: Build a Features List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  All Features are organized in a three level hierarchy :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844858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67154" y="5259420"/>
            <a:ext cx="413221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en-US" sz="2000" dirty="0"/>
              <a:t>   Domain Subject Area</a:t>
            </a:r>
          </a:p>
          <a:p>
            <a:pPr lvl="3"/>
            <a:r>
              <a:rPr lang="en-US" sz="2000" dirty="0"/>
              <a:t>   Business Activity</a:t>
            </a:r>
          </a:p>
          <a:p>
            <a:pPr lvl="4"/>
            <a:r>
              <a:rPr lang="en-US" sz="2000" dirty="0"/>
              <a:t>       Features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9A1962-39F8-7F47-FB13-C802D8DADF9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54580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024745"/>
            <a:ext cx="10998925" cy="401029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#3: Plan by Feature</a:t>
            </a:r>
            <a:br>
              <a:rPr lang="en-US" sz="2000" b="1" dirty="0">
                <a:solidFill>
                  <a:srgbClr val="C00000"/>
                </a:solidFill>
                <a:latin typeface="+mj-lt"/>
              </a:rPr>
            </a:br>
            <a:endParaRPr lang="en-US" sz="2000" b="1" dirty="0">
              <a:solidFill>
                <a:srgbClr val="C00000"/>
              </a:solidFill>
              <a:latin typeface="+mj-lt"/>
            </a:endParaRP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Construct initial schedule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Formed on level of individual features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Prioritize by business value</a:t>
            </a:r>
          </a:p>
          <a:p>
            <a:pPr lvl="3">
              <a:buFontTx/>
              <a:buChar char="-"/>
            </a:pPr>
            <a:r>
              <a:rPr lang="en-US" sz="2000" dirty="0">
                <a:latin typeface="+mj-lt"/>
              </a:rPr>
              <a:t>Also consider dependencies, difficulty, and risks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>
                <a:latin typeface="+mj-lt"/>
              </a:rPr>
              <a:t>Assign responsibilities to team members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Determine Class Owners</a:t>
            </a:r>
          </a:p>
          <a:p>
            <a:pPr lvl="2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Assign feature sets to chief programmers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936862-E269-FD82-2ED0-EF7C1B8D37A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97552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3" y="1998620"/>
            <a:ext cx="10816047" cy="451974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#4: Design by Feature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Form Feature Teams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 members collaborate on the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full low level analysis and design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Certain features may require teams to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bring in domain experts 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Teams need to update the model artifact to support their changes</a:t>
            </a:r>
            <a:endParaRPr lang="en-US" sz="2000" b="1" dirty="0">
              <a:solidFill>
                <a:srgbClr val="C00000"/>
              </a:solidFill>
              <a:latin typeface="Bell MT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Feature Team</a:t>
            </a:r>
            <a:endParaRPr lang="en-US" sz="2000" b="1" dirty="0">
              <a:solidFill>
                <a:srgbClr val="002060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pick teams based on the current feature in development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Chief Programmers lead picked team (usually 3 to 5 people)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Upon completion of the current feature the team </a:t>
            </a:r>
            <a:r>
              <a:rPr lang="en-US" sz="2000" dirty="0" err="1">
                <a:latin typeface="+mj-lt"/>
              </a:rPr>
              <a:t>diRMands</a:t>
            </a:r>
            <a:endParaRPr lang="en-US" sz="2000" dirty="0">
              <a:latin typeface="+mj-lt"/>
            </a:endParaRP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Each team will concurrently work on their own independent iteration </a:t>
            </a:r>
          </a:p>
          <a:p>
            <a:pPr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Possible to be on multiple teams at once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A01FD0-C051-5449-5E76-A874FDC5BDA5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067382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149" y="1998620"/>
            <a:ext cx="10842172" cy="37621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solidFill>
                  <a:srgbClr val="C00000"/>
                </a:solidFill>
                <a:latin typeface="+mj-lt"/>
              </a:rPr>
              <a:t>Process #5: Build by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Implement designed feature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Test feature</a:t>
            </a:r>
          </a:p>
          <a:p>
            <a:pPr lvl="2">
              <a:buFontTx/>
              <a:buChar char="-"/>
            </a:pPr>
            <a:r>
              <a:rPr lang="en-US" sz="2000" dirty="0">
                <a:latin typeface="+mj-lt"/>
              </a:rPr>
              <a:t>Unit-level</a:t>
            </a:r>
          </a:p>
          <a:p>
            <a:pPr lvl="2">
              <a:buFontTx/>
              <a:buChar char="-"/>
            </a:pPr>
            <a:r>
              <a:rPr lang="en-US" sz="2000" dirty="0">
                <a:latin typeface="+mj-lt"/>
              </a:rPr>
              <a:t>Feature-level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Mandated Code Inspections (formal review with checklist)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Integrate with regular build</a:t>
            </a:r>
          </a:p>
          <a:p>
            <a:pPr>
              <a:buFont typeface="Wingdings" pitchFamily="2" charset="2"/>
              <a:buChar char="q"/>
            </a:pP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BF91A0-AA52-8F91-3745-11A11C8AED3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1267100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Fdd</a:t>
            </a:r>
            <a:r>
              <a:rPr lang="en-GB" dirty="0"/>
              <a:t>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263" y="1998620"/>
            <a:ext cx="11234058" cy="412786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Mandated Code Inspections </a:t>
            </a:r>
            <a:r>
              <a:rPr lang="en-US" sz="2000" dirty="0">
                <a:latin typeface="+mj-lt"/>
              </a:rPr>
              <a:t>for Two Main Reasons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Research has shown that when it is done properly, inspections find more bugs as well as different types of bugs than any other form of testing.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It is also a great learning experience </a:t>
            </a:r>
          </a:p>
          <a:p>
            <a:pPr lvl="1"/>
            <a:endParaRPr lang="en-US" sz="20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sz="2000" b="1" dirty="0">
                <a:latin typeface="+mj-lt"/>
              </a:rPr>
              <a:t>Reporting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FDD emphasizes the ability to provide accurate, meaningful, and timely progress information to all </a:t>
            </a:r>
            <a:br>
              <a:rPr lang="en-US" sz="2000" dirty="0">
                <a:latin typeface="+mj-lt"/>
              </a:rPr>
            </a:br>
            <a:r>
              <a:rPr lang="en-US" sz="2000" dirty="0">
                <a:latin typeface="+mj-lt"/>
              </a:rPr>
              <a:t>stakeholders within and outside the project </a:t>
            </a:r>
          </a:p>
          <a:p>
            <a:pPr lvl="1">
              <a:buFont typeface="Wingdings" pitchFamily="2" charset="2"/>
              <a:buChar char="§"/>
            </a:pPr>
            <a:r>
              <a:rPr lang="en-US" sz="2000" dirty="0">
                <a:latin typeface="+mj-lt"/>
              </a:rPr>
              <a:t>Feature Milestones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8" y="605119"/>
            <a:ext cx="225526" cy="91017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5C1ECE-AAED-159E-BBE0-5342FA8BC9F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3856782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13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FDDCA3-9EBB-683D-F8C2-65C16BF8270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RM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863</Words>
  <Application>Microsoft Office PowerPoint</Application>
  <PresentationFormat>Widescreen</PresentationFormat>
  <Paragraphs>133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Bell MT</vt:lpstr>
      <vt:lpstr>Calibri</vt:lpstr>
      <vt:lpstr>Gill Sans MT</vt:lpstr>
      <vt:lpstr>Wingdings</vt:lpstr>
      <vt:lpstr>Wingdings 2</vt:lpstr>
      <vt:lpstr>Dividend</vt:lpstr>
      <vt:lpstr>PowerPoint Presentation</vt:lpstr>
      <vt:lpstr>What is fdd?</vt:lpstr>
      <vt:lpstr>What is a feature?</vt:lpstr>
      <vt:lpstr>Fdd roles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Fdd process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Ch.07 - FDD</dc:title>
  <dc:subject>Software Engineering</dc:subject>
  <dc:creator>M. Mahmudul Hasan</dc:creator>
  <cp:lastModifiedBy>MD. RAIHAN MAHMUD</cp:lastModifiedBy>
  <cp:revision>22</cp:revision>
  <dcterms:created xsi:type="dcterms:W3CDTF">2019-05-13T08:37:20Z</dcterms:created>
  <dcterms:modified xsi:type="dcterms:W3CDTF">2025-10-29T09:28:24Z</dcterms:modified>
</cp:coreProperties>
</file>